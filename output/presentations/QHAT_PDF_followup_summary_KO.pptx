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779b0be6b4da4" /><Relationship Type="http://schemas.openxmlformats.org/officeDocument/2006/relationships/extended-properties" Target="/docProps/app.xml" Id="R5364a23ee87d4024" /><Relationship Type="http://schemas.openxmlformats.org/officeDocument/2006/relationships/officeDocument" Target="/ppt/presentation.xml" Id="R6899d01d966f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5b120019348d9"/>
  </p:sldMasterIdLst>
  <p:notesMasterIdLst>
    <p:notesMasterId xmlns:r="http://schemas.openxmlformats.org/officeDocument/2006/relationships" r:id="R3e4c71508dec4b3a"/>
  </p:notesMasterIdLst>
  <p:sldIdLst>
    <p:sldId xmlns:r="http://schemas.openxmlformats.org/officeDocument/2006/relationships" id="256" r:id="R04b52bc86ba74cf9"/>
    <p:sldId xmlns:r="http://schemas.openxmlformats.org/officeDocument/2006/relationships" id="257" r:id="R72eaef36c9434f4d"/>
    <p:sldId xmlns:r="http://schemas.openxmlformats.org/officeDocument/2006/relationships" id="258" r:id="R6fe27b0eb7c24b65"/>
    <p:sldId xmlns:r="http://schemas.openxmlformats.org/officeDocument/2006/relationships" id="259" r:id="Re239940f3d5e4c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b3424e5e043b8" /><Relationship Type="http://schemas.openxmlformats.org/officeDocument/2006/relationships/slideMaster" Target="/ppt/slideMasters/slideMaster1.xml" Id="R26b5b120019348d9" /><Relationship Type="http://schemas.openxmlformats.org/officeDocument/2006/relationships/notesMaster" Target="/ppt/notesMasters/notesMaster1.xml" Id="R3e4c71508dec4b3a" /><Relationship Type="http://schemas.openxmlformats.org/officeDocument/2006/relationships/presProps" Target="/ppt/presProps.xml" Id="Rb041db0059074f81" /><Relationship Type="http://schemas.openxmlformats.org/officeDocument/2006/relationships/tableStyles" Target="/ppt/tableStyles.xml" Id="Rae3f7452863a4c03" /><Relationship Type="http://schemas.openxmlformats.org/officeDocument/2006/relationships/slide" Target="/ppt/slides/slide1.xml" Id="R04b52bc86ba74cf9" /><Relationship Type="http://schemas.openxmlformats.org/officeDocument/2006/relationships/slide" Target="/ppt/slides/slide2.xml" Id="R72eaef36c9434f4d" /><Relationship Type="http://schemas.openxmlformats.org/officeDocument/2006/relationships/slide" Target="/ppt/slides/slide3.xml" Id="R6fe27b0eb7c24b65" /><Relationship Type="http://schemas.openxmlformats.org/officeDocument/2006/relationships/slide" Target="/ppt/slides/slide4.xml" Id="Re239940f3d5e4c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25714f12d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abbb6af294576" /><Relationship Type="http://schemas.openxmlformats.org/officeDocument/2006/relationships/notesMaster" Target="/ppt/notesMasters/notesMaster1.xml" Id="R25c92450a6c6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b1dae18314db4" /><Relationship Type="http://schemas.openxmlformats.org/officeDocument/2006/relationships/notesMaster" Target="/ppt/notesMasters/notesMaster1.xml" Id="R96b65fda83c14c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a8d3a78d1b4929" /><Relationship Type="http://schemas.openxmlformats.org/officeDocument/2006/relationships/notesMaster" Target="/ppt/notesMasters/notesMaster1.xml" Id="R0d4f19ffe86e44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ae36c5d0f5458f" /><Relationship Type="http://schemas.openxmlformats.org/officeDocument/2006/relationships/notesMaster" Target="/ppt/notesMasters/notesMaster1.xml" Id="R8d8c3f55469649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자료: Manuscript.zip 내부 Fermionic_Odering_A_Lee.pdf, 10쪽, 특히 6~10쪽. PDF의 본문은 기존 BCH-held-out 20사례, parent block ablation, 1B/2B ablation까지 포함합니다.</a:t>
            </a:r>
          </a:p>
          <a:p xmlns:a="http://schemas.openxmlformats.org/drawingml/2006/main">
            <a:r>
              <a:t>2026-10-06 Git 조회: git ls-files --others --exclude-standard로 기존 두 실험 폴더의 미추적 파일을 집계했습니다. codex_mechanism_experiment 273개, codex_external_validation 919개, 합계 1192개입니다. JSON 1105개, Python 24개, Markdown 17개, NPZ 37개, PNG 7개, .gitignore 2개입니다. 프레젠테이션 생성 전 집계입니다. 1192는 커밋 해시가 아닙니다.</a:t>
            </a:r>
          </a:p>
          <a:p xmlns:a="http://schemas.openxmlformats.org/drawingml/2006/main">
            <a:r>
              <a:t>현재 브랜치 L-sweep HEAD: 7cd519d520662260f13e16e213eacc8f74c91c7f, 2026-09-15. 제목: Add unit tests for reproducibility experiment metrics and validation. 이 커밋은 codex_first_experiment에 고정 입력, 재현성 실행 코드, 결과, 테스트를 추가했습니다. 서로 다른 프로세스의 6/6 작업은 통과했지만 과거 자료와 지표 6개가 달랐고 원인은 확정하지 않았습니다. 후속 두 실험 폴더는 이 커밋에 포함되지 않습니다.</a:t>
            </a:r>
          </a:p>
          <a:p xmlns:a="http://schemas.openxmlformats.org/drawingml/2006/main">
            <a:r>
              <a:t>출처: /Users/albertlee0125/Repos/qhat/codex_mechanism_experiment/RESULTS_KO.md; /Users/albertlee0125/Repos/qhat/codex_external_validation/RESULTS_KO.md; /Users/albertlee0125/Repos/qhat/codex_first_experiment/repro_runs/first-repro-y23sjf9v/SUMMARY.md. 원인 분석은 129 본실험 조건 외에 F2 T=.75에서 탐색적 3조건을 추가했습니다. 별도 smoke/재현성 실행과 코드 사본도 파일 수에 들어갑니다. 272조건의 2회 계산은 서로 다른 조건 544개나 독립 분자 544개를 뜻하지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/Users/albertlee0125/Repos/qhat/codex_mechanism_experiment/RESULTS_KO.md, §§1~3; runs/mechanism-t06qcgac/completion.json 및 analysis-dl3ym9tx/analysis.json. 본실험: 3분자 × 3순서 × 3시간 × 4 step = 108 baseline, 21 controls, 총 129조건. 정확한 시간별 defect 분해는 63조건입니다.</a:t>
            </a:r>
          </a:p>
          <a:p xmlns:a="http://schemas.openxmlformats.org/drawingml/2006/main">
            <a:r>
              <a:t>그래프는 E(JW signed)/E(Fermionic signed), r=100. T=.25:12.553, .5:4.671, .75:약.774, 1:.411입니다. .75는 F2 결과를 본 뒤 설계한 탐색적 검증이며, 이 세 실제 계산 전에 예측을 저장했습니다. 선분은 측정점 사이를 연결한 표시입니다. 교차 시간을 정밀하게 추정한 결과가 아닙니다.</a:t>
            </a:r>
          </a:p>
          <a:p xmlns:a="http://schemas.openxmlformats.org/drawingml/2006/main">
            <a:r>
              <a:t>국소 오차합 D와 누적계수 C는 I=D*C, I=1-|normalized overlap|²로 정의됩니다. T=1의 JW/Fermionic D 비는 17.103, C 비는 .02401, I 비는 .4107입니다. E 비와 I 비는 이 작은 오차 구간에서 표시 자릿수 이내로 같습니다. 각 C는 Fermionic 약84.89, JW 약2.038로 둘 다 1보다 큽니다. 따라서 이 조건은 순수한 음의 상쇄가 아니라 더 약한 보강 누적입니다.</a:t>
            </a:r>
          </a:p>
          <a:p xmlns:a="http://schemas.openxmlformats.org/drawingml/2006/main">
            <a:r>
              <a:t>F2 leading-error propagation의 예측 비교 39개에서 최대 상대 차이는 .954%, r=100에서는 .0598%였습니다. 맞춤 계수는 없지만 exact 진화가 필요한 진단이므로 저비용 대규모 ordering 선택 알고리즘은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/Users/albertlee0125/Repos/qhat/codex_external_validation/RESULTS_KO.md, PROTOCOL.md, runs/transfer-vtrgy3ds/completion.json, runs/transfer-hux1k985/completion.json. baseline 216조건, 구조 controls 56조건, 합계272조건을 독립 Python 프로세스에서 두 번 계산했습니다. 비교 ordering은 Fermionic signed, JW signed, JW magnitude입니다. 총8 Hamiltonian은 4분자의 두 좌표 scale(1,1.25)이며 독립 분자 수는4입니다. 6-31g, RHF, CAS(4e,5 spatial orbitals), 10qubits, idealized geometries입니다.</a:t>
            </a:r>
          </a:p>
          <a:p xmlns:a="http://schemas.openxmlformats.org/drawingml/2006/main">
            <a:r>
              <a:t>대상 진화 전에 216개 예측을 저장했습니다. r=100 또는200 중 분석 바닥 위143개 모두 상대 I 차이5% 기준을 통과했습니다. 제외한 baseline은 SiH4 scale1, JW signed, T=.25,r=200, E=3.9124e-13입니다. 최대 I 상대 차이는 r100 .10150%, r200 .05057%입니다.</a:t>
            </a:r>
          </a:p>
          <a:p xmlns:a="http://schemas.openxmlformats.org/drawingml/2006/main">
            <a:r>
              <a:t>T1,r100에서 JW signed가 HCN1, CH2O1, H2S1/1.25, SiH4 1/1.25의6조건, Fermionic signed가 HCN1.25와CH2O1.25의2조건에서 최소 E였습니다. 작은 panel의 기술 통계이며 모든 분자의 승률 추정이 아닙니다.</a:t>
            </a:r>
          </a:p>
          <a:p xmlns:a="http://schemas.openxmlformats.org/drawingml/2006/main">
            <a:r>
              <a:t>72쌍 순위 비교는 r100, actual separation&gt;1%의 조건입니다. Dynamic model과 static HF local-BCH proxy 모두72/72였습니다. 오차값의 상대 차이 중앙값은 dynamic .002302%, static4.33748%이나 ordering 선택 성능 개선은 입증되지 않았습니다. 새 panel에서 시간에 따른 최우수 순서 역전도 없었습니다. 따라서 F2 역전을 일반화하지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비교: Fermionic_Odering_A_Lee.pdf 7쪽은 parent-block randomization이 BCH 상쇄와 정확도를 해치는 기존 사례를, 10쪽은 system-dependent advantage 및 predictor의 필요성을 제시했습니다. 후속 새 분자 검증에서는 whole-bucket random controls40개 중13개가 Fermionic signed 기준보다 작은 E를 보였습니다. 예: H2S scale1 seed1102 E ratio .1866. 따라서 기존 통제 결과를 보편적 최적성으로 일반화할 수 없습니다. 이것은 새 분자의 1B 대2B 순위 비교를 실행했다는 뜻이 아닙니다.</a:t>
            </a:r>
          </a:p>
          <a:p xmlns:a="http://schemas.openxmlformats.org/drawingml/2006/main">
            <a:r>
              <a:t>출처: /Users/albertlee0125/Repos/qhat/codex_external_validation/RESULTS_KO.md, 구조·간섭·control과 해석 한계; /Users/albertlee0125/Repos/qhat/codex_external_validation/NOVELTY_KO.md, 현재 데이터가 지지하는 논문 방향과 남은 관문. 신규성 문서는 기존에 작성된 문헌 검토 기록이며 이 발표 제작에서 문헌 우선권을 새로 검증하지 않았습니다. 오차간섭 일반이론이나 대규모로 효율적인 ordering 선택법의 신규성을 주장하지 않습니다.</a:t>
            </a:r>
          </a:p>
          <a:p xmlns:a="http://schemas.openxmlformats.org/drawingml/2006/main">
            <a:r>
              <a:t>/Users/albertlee0125/Repos/qhat/codex_first_experiment/repro_runs/first-repro-y23sjf9v/SUMMARY.md: 현재 입력 반복성은PASS지만 역사적 지표6개가 다릅니다. F2 E는 과거5.8586358e-11 대 현재1.0581537e-7, BCH norm도 다릅니다. NH3 E,BCH norm,Pauli 항수,fermionic 항수도 다릅니다. 이는 과거 계산 오류의 확정이 아니며 tensor/orbital/code 계보 추적이 필요합니다.</a:t>
            </a:r>
          </a:p>
          <a:p xmlns:a="http://schemas.openxmlformats.org/drawingml/2006/main">
            <a:r>
              <a:t>새 결과는 기존 tracked 코드, 과거 결과 또는 Overleaf를 바꾸지 않은 추가 폴더에 있습니다. 커밋 또는 push는 하지 않았습니다. 파일 수1192는 이 프레젠테이션 생성 전 두 실험 폴더만 집계한 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8e210ee834a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48dfd532584cc0" /><Relationship Type="http://schemas.openxmlformats.org/officeDocument/2006/relationships/slideLayout" Target="/ppt/slideLayouts/slideLayout1.xml" Id="R874dc3e10a5049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dc3e10a5049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67b83d1814d90" /><Relationship Type="http://schemas.openxmlformats.org/officeDocument/2006/relationships/notesSlide" Target="/ppt/notesSlides/notesSlide1.xml" Id="R6280b62ec6a6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10aa4862146cc" /><Relationship Type="http://schemas.openxmlformats.org/officeDocument/2006/relationships/chart" Target="/ppt/slides/charts/chart1.xml" Id="Ra51847c178d44da3" /><Relationship Type="http://schemas.openxmlformats.org/officeDocument/2006/relationships/notesSlide" Target="/ppt/notesSlides/notesSlide2.xml" Id="R8b6debc95081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39b2c07634a57" /><Relationship Type="http://schemas.openxmlformats.org/officeDocument/2006/relationships/notesSlide" Target="/ppt/notesSlides/notesSlide3.xml" Id="R90e3646ced97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ac0a12b03460b" /><Relationship Type="http://schemas.openxmlformats.org/officeDocument/2006/relationships/notesSlide" Target="/ppt/notesSlides/notesSlide4.xml" Id="R0843a269fc0f4df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E(JW signed) / E(Fermionic signed)</c:v>
          </c:tx>
          <c:spPr>
            <a:ln xmlns:a="http://schemas.openxmlformats.org/drawingml/2006/main" w="36195">
              <a:solidFill>
                <a:srgbClr val="008F83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008F83"/>
              </a:solidFill>
            </c:spPr>
          </c:marker>
          <c:cat>
            <c:strLit>
              <c:ptCount val="4"/>
              <c:pt idx="0">
                <c:v>0.25</c:v>
              </c:pt>
              <c:pt idx="1">
                <c:v>0.50</c:v>
              </c:pt>
              <c:pt idx="2">
                <c:v>0.75*</c:v>
              </c:pt>
              <c:pt idx="3">
                <c:v>1.00</c:v>
              </c:pt>
            </c:strLit>
          </c:cat>
          <c:val>
            <c:numLit>
              <c:formatCode>0.000</c:formatCode>
              <c:ptCount val="4"/>
              <c:pt idx="0">
                <c:v>12.553</c:v>
              </c:pt>
              <c:pt idx="1">
                <c:v>4.671</c:v>
              </c:pt>
              <c:pt idx="2">
                <c:v>0.774</c:v>
              </c:pt>
              <c:pt idx="3">
                <c:v>0.411</c:v>
              </c:pt>
            </c:numLit>
          </c:val>
          <c:smooth val="0"/>
        </c:ser>
        <c:ser>
          <c:idx val="1"/>
          <c:order val="1"/>
          <c:tx>
            <c:v>동일 오차</c:v>
          </c:tx>
          <c:spPr>
            <a:ln xmlns:a="http://schemas.openxmlformats.org/drawingml/2006/main" w="14288">
              <a:solidFill>
                <a:srgbClr val="909BA9"/>
              </a:solidFill>
              <a:prstDash val="dash"/>
            </a:ln>
          </c:spPr>
          <c:marker>
            <c:symbol val="none"/>
          </c:marke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 b="1">
                    <a:solidFill>
                      <a:srgbClr val="202B38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0.25</c:v>
              </c:pt>
              <c:pt idx="1">
                <c:v>0.50</c:v>
              </c:pt>
              <c:pt idx="2">
                <c:v>0.75*</c:v>
              </c:pt>
              <c:pt idx="3">
                <c:v>1.00</c:v>
              </c:pt>
            </c:strLit>
          </c:cat>
          <c:val>
            <c:numLit>
              <c:formatCode>0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02B38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진화 시간 T (Hartree⁻¹)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AE1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9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E8335-5A99-4172-A128-24D9C79E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PDF 이후 추가된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A0602-DD7D-45DF-A3A4-776130DA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기존 PDF는 BCH 상쇄와 1B/2B 순서 변경 실험까지 다룹니다.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342EB-542C-48BE-A170-A441FDA4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4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1 / 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2181225"/>
          <a:ext xmlns:a="http://schemas.openxmlformats.org/drawingml/2006/main" cx="10858500" cy="2171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6191250"/>
                <a:gridCol w="20002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 작업</a:t>
                      </a:r>
                    </a:p>
                  </a:txBody>
                  <a:tcPr marL="171450" marR="171450" marT="114300" marB="114300" anchor="ctr">
                    <a:solidFill>
                      <a:srgbClr val="09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실행 범위</a:t>
                      </a:r>
                    </a:p>
                  </a:txBody>
                  <a:tcPr marL="171450" marR="171450" marT="114300" marB="114300" anchor="ctr">
                    <a:solidFill>
                      <a:srgbClr val="09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신규 파일</a:t>
                      </a:r>
                    </a:p>
                  </a:txBody>
                  <a:tcPr marL="171450" marR="171450" marT="114300" marB="114300" anchor="ctr">
                    <a:solidFill>
                      <a:srgbClr val="09295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오차 원인 분석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F₂ · NH₃ · Li₂, 본실험 129조건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273개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분자 검증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4분자 × 2구조, 272조건을 두 번 반복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919개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25D00-68AB-4672-AEDF-470BC432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1,192개는 아직 커밋하지 않은 신규 파일입니다.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87A42-FDCC-4351-94EE-6977E539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현재 마지막 커밋 7cd519d (9/15): 고정 입력 재현성 검사와 테스트 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3785A-5919-48E4-AE97-F22B3E1C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파일 1,105개는 JSON 결과입니다. 입력, 코드 사본, 보고서와 그림도 함께 보존했습니다.</a:t>
            </a:r>
          </a:p>
        </p:txBody>
      </p:sp>
    </p:spTree>
    <p:extLst>
      <p:ext uri="{BB962C8B-B14F-4D97-AF65-F5344CB8AC3E}">
        <p14:creationId xmlns:p14="http://schemas.microsoft.com/office/powerpoint/2010/main" val="548827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C27AA-78AF-4FF5-9267-1D0C4DE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F₂의 우열은 진화 시간에 따라 바뀝니다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BC13-716D-4766-9307-100AD8F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같은 Hamiltonian, 같은 r=100에서 비교한 JW signed / Fermionic signed 오차 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CEC11-5532-4E00-A704-90CB083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4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2 / 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2133600"/>
          <a:ext xmlns:a="http://schemas.openxmlformats.org/drawingml/2006/main" cx="70008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1847c178d44da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90E2-7849-4AD7-9696-AFD65B39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129개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6377-8C75-4FF3-84E4-B91B5707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3분자의 시간·step·순서를 비교</a:t>
            </a:r>
          </a:p>
          <a:p xmlns:a="http://schemas.openxmlformats.org/drawingml/2006/main">
            <a:pPr>
              <a:def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63개 조건은 오차 누적까지 분해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14586-FE86-49C4-91AF-B8B5993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766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8F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8F83"/>
                </a:solidFill>
                <a:latin typeface="Apple SD Gothic Neo"/>
                <a:ea typeface="Apple SD Gothic Neo"/>
                <a:cs typeface="Apple SD Gothic Neo"/>
              </a:rPr>
              <a:t>T=1의 JW signed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2EE9-C89D-47EB-BF56-4F7386E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33875"/>
            <a:ext cx="3371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국소 오차합은 약 17.1배</a:t>
            </a:r>
          </a:p>
          <a:p xmlns:a="http://schemas.openxmlformats.org/drawingml/2006/main">
            <a:pPr>
              <a:def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누적 계수는 약 0.024배</a:t>
            </a:r>
          </a:p>
          <a:p xmlns:a="http://schemas.openxmlformats.org/drawingml/2006/main">
            <a:pPr>
              <a:def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최종 오차는 약 0.411배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A0A02-173F-4A3E-86B2-BE8C3808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초기 BCH 크기에 더해, 시간에 따른 오차 누적을 봐야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1C7C8-67C4-4702-98ED-E98D5F1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E = 1 − |정규화 overlap|. 비가 1보다 크면 Fermionic 우세. *T=0.75는 탐색적 추가 검증.</a:t>
            </a:r>
          </a:p>
        </p:txBody>
      </p:sp>
    </p:spTree>
    <p:extLst>
      <p:ext uri="{BB962C8B-B14F-4D97-AF65-F5344CB8AC3E}">
        <p14:creationId xmlns:p14="http://schemas.microsoft.com/office/powerpoint/2010/main" val="1124665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65D6D-16E8-4A3A-AD1D-02ED15F3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새 분자에서도 오차값 예측을 확인했습니다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D8F4D-07DF-4358-B67E-7EF1368E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HCN, CH₂O, H₂S, SiH₄의 두 구조씩 비교했습니다. 총 272조건을 두 번 반복했습니다.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A072F-5036-489B-9B51-5CD1720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4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43380-EFC0-4135-A563-4B1A1B26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008F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225" b="1">
                <a:solidFill>
                  <a:srgbClr val="008F83"/>
                </a:solidFill>
                <a:latin typeface="Apple SD Gothic Neo"/>
                <a:ea typeface="Apple SD Gothic Neo"/>
                <a:cs typeface="Apple SD Gothic Neo"/>
              </a:rPr>
              <a:t>143 / 143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D386E-EC1E-43B5-96CB-F59E715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사전 예측 정확도 기준 통과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B8C48-D848-4282-9589-1A6231A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2576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r=100 또는 200의 평가 대상</a:t>
            </a:r>
          </a:p>
          <a:p xmlns:a="http://schemas.openxmlformats.org/drawingml/2006/main">
            <a:pPr>
              <a:defRPr sz="20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infidelity 상대 차이 5% 이하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C43D-167D-4874-9DB6-B32F792F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42100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최대 상대 차이</a:t>
            </a:r>
          </a:p>
          <a:p xmlns:a="http://schemas.openxmlformats.org/drawingml/2006/main">
            <a:pPr>
              <a:defRPr sz="19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r=100: 0.1015%</a:t>
            </a:r>
          </a:p>
          <a:p xmlns:a="http://schemas.openxmlformats.org/drawingml/2006/main">
            <a:pPr>
              <a:defRPr sz="19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r=200: 0.05057%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619750" y="2200275"/>
          <a:ext xmlns:a="http://schemas.openxmlformats.org/drawingml/2006/main" cx="5848350" cy="2085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00450"/>
                <a:gridCol w="2247900"/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최우수 순서</a:t>
                      </a:r>
                    </a:p>
                  </a:txBody>
                  <a:tcPr marL="171450" marR="171450" marT="114300" marB="114300" anchor="ctr">
                    <a:solidFill>
                      <a:srgbClr val="09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8개 대표 조건</a:t>
                      </a:r>
                    </a:p>
                  </a:txBody>
                  <a:tcPr marL="171450" marR="171450" marT="114300" marB="114300" anchor="ctr">
                    <a:solidFill>
                      <a:srgbClr val="09295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JW signed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6개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Fermionic signed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2개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F9FF-B90B-4549-A9B2-162C2D5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38650"/>
            <a:ext cx="573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T=1, r=100에서 세 순서를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4E4B0-03D6-4D55-B15E-84809CC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05400"/>
            <a:ext cx="58197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새 모델과 단순 HF-BCH 모두</a:t>
            </a:r>
          </a:p>
          <a:p xmlns:a="http://schemas.openxmlformats.org/drawingml/2006/main">
            <a:pPr>
              <a:def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순위 비교 72/72개를 맞혔습니다.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A1AE1-0FF4-48DB-872B-0E54F71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150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6-31g, CAS(4e,5o), HF, first-order. 네 분자군의 제한된 검증이며, 1개 극소 오차 조건은 평가에서 제외했습니다.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51496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477A6-864B-4641-8642-5C1BC83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대칭 보존만으로 정확도 우월성을 보장할 수 없습니다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A156B-3844-42FD-BF53-FC33FB97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4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4 /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6C588-73D9-41DB-A087-57FCCE13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PDF의 BCH 설명을 시간 누적과 새 분자 검증으로 보완했습니다.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9B19B-FC80-4E3F-A4F1-649295B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4914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8F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8F83"/>
                </a:solidFill>
                <a:latin typeface="Apple SD Gothic Neo"/>
                <a:ea typeface="Apple SD Gothic Neo"/>
                <a:cs typeface="Apple SD Gothic Neo"/>
              </a:rPr>
              <a:t>확인한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6A594-9EA0-4254-9F22-80170823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4848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시간 전파를 포함하면 F₂의 순위 역전을 설명합니다.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07203-8AE5-4302-92C7-6FF763C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848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새 분자에서도 수치 오차값을 정확하게 예측했습니다.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29049-9592-487B-9BA5-75BDC88F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98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B6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CB6D20"/>
                </a:solidFill>
                <a:latin typeface="Apple SD Gothic Neo"/>
                <a:ea typeface="Apple SD Gothic Neo"/>
                <a:cs typeface="Apple SD Gothic Neo"/>
              </a:rPr>
              <a:t>일반화의 한계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1315-7D1B-43CF-91E5-EEA3CDD9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4848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새 분자의 무작위 block 순서 40개 중</a:t>
            </a:r>
          </a:p>
          <a:p xmlns:a="http://schemas.openxmlformats.org/drawingml/2006/main">
            <a:pPr>
              <a:def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13개가 Fermionic 기준보다 정확했습니다.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DA8A8-5626-41A2-946D-C6352F07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4848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기존 알고리즘과의 직접 비교와</a:t>
            </a:r>
          </a:p>
          <a:p xmlns:a="http://schemas.openxmlformats.org/drawingml/2006/main">
            <a:pPr>
              <a:def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B38"/>
                </a:solidFill>
                <a:latin typeface="Apple SD Gothic Neo"/>
                <a:ea typeface="Apple SD Gothic Neo"/>
                <a:cs typeface="Apple SD Gothic Neo"/>
              </a:rPr>
              <a:t>orbital·활성공간 민감성 검증이 남았습니다.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B419-361D-45C7-AF5A-5A88474E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1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9295C"/>
                </a:solidFill>
                <a:latin typeface="Apple SD Gothic Neo"/>
                <a:ea typeface="Apple SD Gothic Neo"/>
                <a:cs typeface="Apple SD Gothic Neo"/>
              </a:rPr>
              <a:t>현재 기여: 순서에 따른 오차의 원인을 분리해 검증한 재현 가능한 수치 연구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6D59F-7566-4FCB-8E90-D381BD1F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96579"/>
                </a:solidFill>
                <a:latin typeface="Apple SD Gothic Neo"/>
                <a:ea typeface="Apple SD Gothic Neo"/>
                <a:cs typeface="Apple SD Gothic Neo"/>
              </a:rPr>
              <a:t>과거 자료와 고정 입력 재현성 결과의 지표 6개 불일치는 원인 미확정으로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38128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2026-10-06T15:30:40.8250000Z</dcterms:created>
  <dcterms:modified xsi:type="dcterms:W3CDTF">2026-10-06T15:30:40.8250000Z</dcterms:modified>
</coreProperties>
</file>